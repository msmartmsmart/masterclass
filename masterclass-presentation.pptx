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137160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Design for LLMs</a:t>
            </a:r>
            <a:br/>
            <a:r>
              <a:t>and Humans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Produkte, die nur für Menschen optimiert sind, versagen bei AI-Agents.</a:t>
            </a:r>
            <a:br/>
            <a:r>
              <a:t>Lerne, was du als UX Designer konkret beeinflussen kannst.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🕐 3 Stunden  ·  🛠 Hands-on Workshop  ·  🎯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Was dich erwartet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01  State of AI Agents — Die Zahlen</a:t>
            </a:r>
          </a:p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02  Neue Nutzer, neue Regeln</a:t>
            </a:r>
          </a:p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03  Dein Einflussbereich als UX Designer</a:t>
            </a:r>
          </a:p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04  Die 5 Ebenen agent-freundlichen Designs</a:t>
            </a:r>
          </a:p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05  Hands-on: UX Audit &amp; Agent-Walkthrough</a:t>
            </a:r>
          </a:p>
          <a:p>
            <a:pPr>
              <a:spcAft>
                <a:spcPts val="8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06  Scorecard, Checkliste &amp;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KAPITEL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State of AI Agents — Die Zahlen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3C00"/>
                </a:solidFill>
                <a:latin typeface="Calibri"/>
              </a:defRPr>
            </a:pPr>
            <a:r>
              <a:t>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des Web-Traffics</a:t>
            </a:r>
            <a:br/>
            <a:r>
              <a:t>ist automatisiert</a:t>
            </a:r>
            <a:br/>
            <a:r>
              <a:t>(Imperva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74320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3C00"/>
                </a:solidFill>
                <a:latin typeface="Calibri"/>
              </a:defRPr>
            </a:pPr>
            <a:r>
              <a:t>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Benchmark-</a:t>
            </a:r>
            <a:br/>
            <a:r>
              <a:t>Verbesserung</a:t>
            </a:r>
            <a:br/>
            <a:r>
              <a:t>in 2 Jahren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74320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3C00"/>
                </a:solidFill>
                <a:latin typeface="Calibri"/>
              </a:defRPr>
            </a:pPr>
            <a:r>
              <a:t>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Klarna Customer</a:t>
            </a:r>
            <a:br/>
            <a:r>
              <a:t>Service via AI</a:t>
            </a:r>
            <a:br/>
            <a:r>
              <a:t>(2024)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74320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017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3C00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Major Agent-</a:t>
            </a:r>
            <a:br/>
            <a:r>
              <a:t>Plattformen</a:t>
            </a:r>
            <a:br/>
            <a:r>
              <a:t>am Markt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AGENT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Wer sind die AI-Agents?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🤖  OpenAI Operator / CUA → jetzt als "Agent Mode" in ChatGPT (seit Juli 2025)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🧠  Anthropic Claude Computer Use → Screenshot + Maus/Tastatur-Steuerung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🔍  Google Project Mariner → Agentic Browsing in Chrome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🌐  Browser Use → Open Source Browser-Agent Framework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💼  Microsoft Copilot Actions → Agent-Aktionen in M365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Wie gut sind Agents wirklich?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WebArena:  14% (GPT-4, 2023)  →  58.1% (CUA, 2025)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WebVoyager:  87% Erfolgsrate (CUA)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OSWorld:  38.1% bei vollständigen Computer-Aufgaben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⚡ Kernerkenntnis: Agents scheitern an Div-Suppe und Custom-Elementen.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    Sie funktionieren auf semantisch strukturierten Seiten.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DIE REALITÄT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50% deiner Nutzer sind bald</a:t>
            </a:r>
            <a:br/>
            <a:r>
              <a:t>keine Menschen mehr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029200" cy="137160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🚫  Div-Suppe statt Semantik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Agents haben keine Ahnung, was ein Button 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926080"/>
            <a:ext cx="5029200" cy="137160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🔍  Unsichtbare Daten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Preis, Verfügbarkeit nur visuell codiert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5029200" cy="137160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🧩  Fragile Formulare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Custom-Dropdowns ohne ARIA = Minenfeld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5029200" cy="137160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🤖  API? Welche API?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57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Ohne Schnittstelle muss der Agent scrapen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SZENARIO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Sonntagabend,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Lisa, 34, Produktmanagerin: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93C00"/>
                </a:solidFill>
                <a:latin typeface="Calibri"/>
              </a:defRPr>
            </a:pPr>
            <a:r>
              <a:t>„Such mir kabellose Kopfhörer unter 200€,</a:t>
            </a:r>
            <a:br/>
            <a:r>
              <a:t>mindestens 4 Sterne, die bis Mittwoch ankommen.</a:t>
            </a:r>
            <a:br/>
            <a:r>
              <a:t>Bestell die besten."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Shop A: Strukturierte Daten → Agent kauft in 30 Sekunden ✅</a:t>
            </a:r>
            <a:br/>
            <a:r>
              <a:t>Shop B: Div-Suppe → Agent gibt auf 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DEIN EINFLUSSBEREICH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Was UX Designer bewegen können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🟢 HOHER EINFLUSS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Informationsarchitektur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Content-Strategie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Formular-Design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Komponentenwahl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🟡 MITTLERER EINFLUSS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Semantisches HTML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Structured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🔴 INDIREKTER EINFLUSS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API-Architektur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ARIA-Implementation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166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🎯 UX Designer kontrollieren die Intention und Struktur.</a:t>
            </a:r>
            <a:br/>
            <a:r>
              <a:t>Entwickler kontrollieren die Implementation. Agent-freundliches Design braucht beides.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DAS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Fünf Ebenen agent-freundlichen Designs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C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Semantisches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14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nav, main, button statt div-Suppe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C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Structured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JSON-LD, Schema.org — Daten maschinenlesbar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C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API-Design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Klare Endpunkte, lesbare URLs, Pagination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83479"/>
            <a:ext cx="10332720" cy="73152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0749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C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0749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Form-Struktur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20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Labels, native Inputs, Fehlermeldungen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solidFill>
            <a:srgbClr val="353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943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C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943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Content Readability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989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Klartext, Konsistenz, Alt-Texte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EBENE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Semantisches 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4846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❌ VORHER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&lt;div class="btn-primary"</a:t>
            </a:r>
            <a:br/>
            <a:r>
              <a:t>  onclick="submit()"&gt;</a:t>
            </a:r>
            <a:br/>
            <a:r>
              <a:t>  Kaufen</a:t>
            </a:r>
            <a:br/>
            <a:r>
              <a:t>&lt;/div&gt;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4846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✅ NACHHER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&lt;button type="submit"</a:t>
            </a:r>
            <a:br/>
            <a:r>
              <a:t>  aria-label="Produkt kaufen"&gt;</a:t>
            </a:r>
            <a:br/>
            <a:r>
              <a:t>  Kaufen</a:t>
            </a:r>
            <a:br/>
            <a:r>
              <a:t>&lt;/button&gt;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EBENE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Structured Data — JSON-LD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{</a:t>
            </a:r>
            <a:br/>
            <a:r>
              <a:t>    "@context": "https://schema.org",</a:t>
            </a:r>
            <a:br/>
            <a:r>
              <a:t>    "@type": "Product",</a:t>
            </a:r>
            <a:br/>
            <a:r>
              <a:t>    "name": "Wireless Headphones Pro",</a:t>
            </a:r>
            <a:br/>
            <a:r>
              <a:t>    "offers": {</a:t>
            </a:r>
            <a:br/>
            <a:r>
              <a:t>      "price": "149.00",</a:t>
            </a:r>
            <a:br/>
            <a:r>
              <a:t>      "priceCurrency": "EUR",</a:t>
            </a:r>
            <a:br/>
            <a:r>
              <a:t>      "availability": "InStock"</a:t>
            </a:r>
            <a:br/>
            <a:r>
              <a:t>    },</a:t>
            </a:r>
            <a:br/>
            <a:r>
              <a:t>    "aggregateRating": {</a:t>
            </a:r>
            <a:br/>
            <a:r>
              <a:t>      "ratingValue": "4.7",</a:t>
            </a:r>
            <a:br/>
            <a:r>
              <a:t>      "reviewCount": "328"</a:t>
            </a:r>
            <a:br/>
            <a:r>
              <a:t>    }</a:t>
            </a:r>
            <a:br/>
            <a:r>
              <a:t> 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EBENE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Formulare — Dein größter Hebel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✅  Explizite Labels — immer (kein Placeholder als Label)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✅  Native Elemente wählen (select, date, checkbox statt Custom)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✅  Beschreibende Fehlermeldungen (was + warum + wie)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✅  Logische Gruppierung (Adresse, Zahlung, Persönliches)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✅  Klarer Fortschritt bei Multi-Step-Flows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✅  Beschreibende Submit-Buttons ("Bestellung aufgeben" statt "OK")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EBENE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Content &amp; Klarheit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4846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❌ NUR VISUELL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🟢 (= Auf Lager?)</a:t>
            </a:r>
            <a:br/>
            <a:r>
              <a:t>🔴 (= Ausverkauft?)</a:t>
            </a:r>
            <a:br/>
            <a:r>
              <a:t>Text in Rot (= Fehler? Sale?)</a:t>
            </a:r>
            <a:br/>
            <a:r>
              <a:t>★★★★☆ (= 4/5? unklar)</a:t>
            </a:r>
            <a:br/>
            <a:r>
              <a:t>🛒 (= Warenkorb?)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4846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✅ TEXT + VISUELL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🟢 Auf Lager — Lieferung bis Mi.</a:t>
            </a:r>
            <a:br/>
            <a:r>
              <a:t>🔴 Ausverkauft</a:t>
            </a:r>
            <a:br/>
            <a:r>
              <a:t>149€ (reduziert von 199€)</a:t>
            </a:r>
            <a:br/>
            <a:r>
              <a:t>★★★★☆ 4,2 von 5 (328)</a:t>
            </a:r>
            <a:br/>
            <a:r>
              <a:t>🛒 Warenkorb (2 Artikel)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Workshop-Ablauf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0:00 – 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Intro: Warum AI-Agents dein Design testen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0:20 – 0:50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Deep Dive: Die fünf Ebenen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0:50 – 1:00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☕ 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1:00 – 1:45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Hands-on: Semantik-Refactoring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1:45 – 2:30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Agent-Audit: Echte Aufgaben, echtes Scheitern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3C00"/>
                </a:solidFill>
                <a:latin typeface="Calibri"/>
              </a:defRPr>
            </a:pPr>
            <a:r>
              <a:t>2:30 – 3:00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806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Redesign-Sprint &amp; Wrap-up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AGENT-WALKTHROUGH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Was der Agent sieht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1033272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  → Agent öffnet die Seite</a:t>
            </a:r>
            <a:br/>
            <a:r>
              <a:t>  ✓ Navigation gefunden (semantisches &lt;nav&gt;)</a:t>
            </a:r>
            <a:br/>
            <a:r>
              <a:t>  ✓ Suchfeld erkannt (input[type=search])</a:t>
            </a:r>
            <a:br/>
            <a:r>
              <a:t>  ⚠ Suchergebnisse: Preise nur visuell → Agent rät</a:t>
            </a:r>
            <a:br/>
            <a:r>
              <a:t>  ✗ Filter: Custom-Slider → nicht bedienbar</a:t>
            </a:r>
            <a:br/>
            <a:r>
              <a:t>  ⚠ Agent nutzt URL-Workaround: ?max_price=200</a:t>
            </a:r>
            <a:br/>
            <a:r>
              <a:t>  ✓ Produktseite: JSON-LD → Rating + Preis sofort lesbar</a:t>
            </a:r>
            <a:br/>
            <a:r>
              <a:t>  ✗ „In den Warenkorb" → div mit onclick → Agent scheitert</a:t>
            </a:r>
            <a:br/>
            <a:r>
              <a:t>  ✗ Cookie-Banner überdeckt den Button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C00"/>
                </a:solidFill>
                <a:latin typeface="Calibri"/>
              </a:defRPr>
            </a:pPr>
            <a:r>
              <a:t>CHECKLISTE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333F"/>
                </a:solidFill>
                <a:latin typeface="Calibri"/>
              </a:defRPr>
            </a:pPr>
            <a:r>
              <a:t>Direkt im Design beeinflussbar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Jedes Feld hat ein sichtbares, beschreibendes Label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Button-Labels beschreiben die Aktion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Info nie nur über Farbe/Icons — immer auch als Text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Konsistente Terminologie (Content-Glossar)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Heading-Hierarchie annotiert (H1 → H2 → H3)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Fehlermeldungen: was ist falsch + was wird erwartet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Native form elements bevorzugt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Alt-Text-Intention für inhaltliche Bilder definiert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☐  Interaktive Elemente als Button oder Link annotiert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3C00"/>
                </a:solidFill>
                <a:latin typeface="Calibri"/>
              </a:defRPr>
            </a:pPr>
            <a:r>
              <a:t>Die Kernlektion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Was für AI-Agents funktioniert</a:t>
            </a:r>
            <a:br/>
            <a:r>
              <a:t>= Accessibility</a:t>
            </a:r>
            <a:br/>
            <a:r>
              <a:t>= SEO</a:t>
            </a:r>
            <a:br/>
            <a:r>
              <a:t>= bessere 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Es sind keine vier verschiedenen Disziplinen — es ist eine.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137160"/>
          </a:xfrm>
          <a:prstGeom prst="rect">
            <a:avLst/>
          </a:prstGeom>
          <a:solidFill>
            <a:srgbClr val="D9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Danke!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Design for all — Menschen und Maschinen.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MAI Group — AI Design Masterclass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